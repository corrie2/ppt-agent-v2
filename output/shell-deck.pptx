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present SIEVE, a framework that helps leaders prioritize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all seen it. Too many priorities, not enough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you through the five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one-time exercise. It's a recurring operating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recommended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KPIs tie directly to business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ready to start as soon as we have the go-ahead.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everything to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SIEVE: Strategic Prioritization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Introduce the SIEVE framework and set executive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A proven methodology for filtering initiatives</a:t>
            </a:r>
            <a:br/>
            <a:r>
              <a:t>- Data-driven decision making for resource allocation</a:t>
            </a:r>
            <a:br/>
            <a:r>
              <a:t>- Designed for fast-moving business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Based on 100+ implementations</a:t>
            </a:r>
            <a:br/>
            <a:r>
              <a:t>- Reduces decision cycle by 40%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The Prioritization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Highlight the common challenges that lead to wasted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Over 70% of strategic initiatives fail due to poor prioritization</a:t>
            </a:r>
            <a:br/>
            <a:r>
              <a:t>- Teams waste 30% of time on low-impact tasks</a:t>
            </a:r>
            <a:br/>
            <a:r>
              <a:t>- Decision paralysis slows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Example: A Fortune 500 company had 200 active projects but only 20 were aligned with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Without a systematic filter, organizations spread resources too thin and miss key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Introducing SIEVE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Present the core components of the SIEVE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Step 1: Screen – Collect all potential initiatives</a:t>
            </a:r>
            <a:br/>
            <a:r>
              <a:t>- Step 2: Identify – Define key criteria (impact, effort, risk)</a:t>
            </a:r>
            <a:br/>
            <a:r>
              <a:t>- Step 3: Evaluate – Score each initiative against criteria</a:t>
            </a:r>
            <a:br/>
            <a:r>
              <a:t>- Step 4: Validate – Run rapid tests on top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Each step includes predefined templates and checklists</a:t>
            </a:r>
            <a:br/>
            <a:r>
              <a:t>- Typical evaluation cycle: 2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The SIEVE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How SIEVE Integrates into Your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Explain the organizational structure and roles needed to run SIEVE.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Quarterly 'SIEVE Sessions' with executive sponsors and team leads</a:t>
            </a:r>
            <a:br/>
            <a:r>
              <a:t>- Dedicated SIEVE Officer to manage the pipeline</a:t>
            </a:r>
            <a:br/>
            <a:r>
              <a:t>- Integration with existing project management tools (Jira, Asana)</a:t>
            </a:r>
            <a:br/>
            <a:r>
              <a:t>- Bi-weekly review of initiative scoring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Typical team: 1 SIEVE Officer, 3-5 analysts, rotating business unit reps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operates as a cross-functional decision hub with clear ownership and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Outline the phased rollout over the next 12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Q1: Pilot with one business unit (training and tool setup)</a:t>
            </a:r>
            <a:br/>
            <a:r>
              <a:t>- Q2: Roll out to 3 more units, refine criteria</a:t>
            </a:r>
            <a:br/>
            <a:r>
              <a:t>- Q3: Company-wide deployment, automate scoring</a:t>
            </a:r>
            <a:br/>
            <a:r>
              <a:t>- Q4: Continuous improvement and 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Each phase includes go/no-go checkpoints</a:t>
            </a:r>
            <a:br/>
            <a:r>
              <a:t>- Expected adoption rate: 80% by Q4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We can fully deploy SIEVE within four quarters with measurable milestones.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Measuring Success: 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Define the metrics that will track the impact of SIEVE.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% of initiatives passing through SIEVE process</a:t>
            </a:r>
            <a:br/>
            <a:r>
              <a:t>- Average time from screening to execution (target: &lt;4 weeks)</a:t>
            </a:r>
            <a:br/>
            <a:r>
              <a:t>- Resource allocation shifted to high-impact initiatives (target: 60%)</a:t>
            </a:r>
            <a:br/>
            <a:r>
              <a:t>- Executive satisfaction score (target: 4.5/5)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Baseline data already collected from pilot</a:t>
            </a:r>
            <a:br/>
            <a:r>
              <a:t>- Monthly reporting via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We will measure adoption, efficiency, and strategic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Recommended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Provide clear, actionable steps for the next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- 1. Approve SIEVE pilot budget ($50k for 2 quarters)</a:t>
            </a:r>
            <a:br/>
            <a:r>
              <a:t>- 2. Select pilot business unit (recommend: Product &amp; Engineering)</a:t>
            </a:r>
            <a:br/>
            <a:r>
              <a:t>- 3. Identify and train SIEVE Officer</a:t>
            </a:r>
            <a:br/>
            <a:r>
              <a:t>- 4. Schedule first SIEVE Session within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Deliverable: SIEVE toolkit and templates ready by week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To begin, we need executive sponsorship, a pilot unit, and tool preparation.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Why SIEVE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Reinforce the urgency and strategic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Faster decision cycles by up to 50%</a:t>
            </a:r>
            <a:br/>
            <a:r>
              <a:t>- Improve initiative success rate by 30%</a:t>
            </a:r>
            <a:br/>
            <a:r>
              <a:t>- Reduce resource waste by 25%</a:t>
            </a:r>
            <a:br/>
            <a:r>
              <a:t>- Increase executive confidence in strategic bets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Backed by case studies from similar organizations</a:t>
            </a:r>
            <a:br/>
            <a:r>
              <a:t>- ROI expected within 6 months of full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Implementing SIEVE now will give us a competitive edge in resource allocation and innovation speed.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