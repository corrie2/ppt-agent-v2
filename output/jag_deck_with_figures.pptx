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55be30fe29f54eef-section-0001 - JAG: Joint Attribute Graphs for Filtered Nearest Neighbor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55be30fe29f54eef-section-0005 - 1.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55be30fe29f54eef-section-0004 - 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p.1 fig_001 - Figure 1. QPS vs. recall plot for range filters on the MSTuring-10M dataset. Please refer to Section 4 for experimental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Trace:</a:t>
            </a:r>
          </a:p>
          <a:p>
            <a:r>
              <a:t>Source: JAG.pdf p.2 55be30fe29f54eef-section-0015 - However, a significant challenge arises in the wide selectivity range between these two extremes. In this transition zon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JAG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This deck is grounded in the supplied evidence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389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- JAG: Joint Attribute Graphs for Filtered Nearest Neighbor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640080"/>
            <a:ext cx="46634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640080"/>
            <a:ext cx="4663440" cy="914400"/>
          </a:xfrm>
          <a:prstGeom prst="rect">
            <a:avLst/>
          </a:prstGeom>
          <a:solidFill>
            <a:srgbClr val="247C88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0" y="1874520"/>
            <a:ext cx="1097280" cy="1097280"/>
          </a:xfrm>
          <a:prstGeom prst="ellipse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2468880" cy="347472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02542"/>
                </a:solidFill>
                <a:latin typeface="Aptos"/>
              </a:rPr>
              <a:t>This deck is grounded in the supplied evidence pack.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Problem /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- 1. Introduction</a:t>
            </a:r>
            <a:br/>
            <a:r>
              <a:t>- JAG: Joint Attribute Graphs for Filtered Nearest Neighbor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1.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Method /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Abstract</a:t>
            </a:r>
            <a:br/>
            <a:r>
              <a:t>- JAG: Joint Attribute Graphs for Filtered Nearest Neighbor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Figure Evidence</a:t>
            </a:r>
          </a:p>
        </p:txBody>
      </p:sp>
      <p:pic>
        <p:nvPicPr>
          <p:cNvPr id="4" name="Picture 3" descr="8a2820a03281d836e0c60b27f2d7f7591341a4cf49e516cc375ca49bb7b0670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68580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57784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7A8A"/>
                </a:solidFill>
                <a:latin typeface="Aptos"/>
              </a:rPr>
              <a:t>Figure 1. QPS vs. recall plot for range filters on the MSTuring-10M dataset. Please refer to Section 4 for experimental details. | Source: JAG.pdf, p.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234440"/>
            <a:ext cx="3337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542"/>
                </a:solidFill>
                <a:latin typeface="Aptos"/>
              </a:rPr>
              <a:t>Figure 1. QPS vs. recall plot for range filters on the MSTuring-10M dataset. Please refer to Section 4 for experimental details.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03120"/>
            <a:ext cx="3337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F3A4A"/>
                </a:solidFill>
                <a:latin typeface="Aptos"/>
              </a:rPr>
              <a:t>- Figure 1. QPS vs. recall plot for range filters on the MSTuring-10M dataset. Please refer to Section 4 for experimental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However, a significant challenge arises in the wide selectivity range between these two extremes. In this transition zone, the valid subset is too small for post-filtering to be 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However, a significant challenge arises in the wide selectivity range between these two extremes. In this transition zone, the valid subset is too small for post-filtering to be 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1.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