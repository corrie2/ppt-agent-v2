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Trace:</a:t>
            </a:r>
          </a:p>
          <a:p>
            <a:r>
              <a:t>Source: JAG.pdf p.1 55be30fe29f54eef-section-0001 - JAG: Joint Attribute Graphs for Filtered Nearest Neighbor 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Trace:</a:t>
            </a:r>
          </a:p>
          <a:p>
            <a:r>
              <a:t>Source: JAG.pdf p.1 55be30fe29f54eef-section-0005 - 1.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Trace:</a:t>
            </a:r>
          </a:p>
          <a:p>
            <a:r>
              <a:t>Source: JAG.pdf p.1 55be30fe29f54eef-section-0004 - 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Trace:</a:t>
            </a:r>
          </a:p>
          <a:p>
            <a:r>
              <a:t>Source: JAG.pdf p.1 fig_001 - Figure 1. QPS vs. recall plot for range filters on the MSTuring-10M dataset. Please refer to Section 4 for experimental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Trace:</a:t>
            </a:r>
          </a:p>
          <a:p>
            <a:r>
              <a:t>Source: JAG.pdf p.2 55be30fe29f54eef-section-0015 - However, a significant challenge arises in the wide selectivity range between these two extremes. In this transition zon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669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"/>
              </a:rPr>
              <a:t>JAG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03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Aptos"/>
              </a:rPr>
              <a:t>This deck is grounded in the supplied evidence pack.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43891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- JAG: Joint Attribute Graphs for Filtered Nearest Neighbor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640080"/>
            <a:ext cx="46634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640080"/>
            <a:ext cx="4663440" cy="914400"/>
          </a:xfrm>
          <a:prstGeom prst="rect">
            <a:avLst/>
          </a:prstGeom>
          <a:solidFill>
            <a:srgbClr val="247C88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66560" y="1874520"/>
            <a:ext cx="1097280" cy="1097280"/>
          </a:xfrm>
          <a:prstGeom prst="ellipse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2468880" cy="347472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02542"/>
                </a:solidFill>
                <a:latin typeface="Aptos"/>
              </a:rPr>
              <a:t>This deck is grounded in the supplied evidence pack.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Problem /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1.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- 1. Introduction</a:t>
            </a:r>
            <a:br/>
            <a:r>
              <a:t>- JAG: Joint Attribute Graphs for Filtered Nearest Neighbor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1.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Method /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Abstract</a:t>
            </a:r>
            <a:br/>
            <a:r>
              <a:t>- JAG: Joint Attribute Graphs for Filtered Nearest Neighbor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Abstract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Figure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43000"/>
            <a:ext cx="6858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Figure image missing: fig_001</a:t>
            </a:r>
            <a:br/>
            <a:r>
              <a:t>Figure 1. QPS vs. recall plot for range filters on the MSTuring-10M dataset. Please refer to Section 4 for experimental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7784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7A8A"/>
                </a:solidFill>
                <a:latin typeface="Aptos"/>
              </a:rPr>
              <a:t>Figure 1. QPS vs. recall plot for range filters on the MSTuring-10M dataset. Please refer to Section 4 for experimental details. | Source: JAG.pdf, p.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1234440"/>
            <a:ext cx="3337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2542"/>
                </a:solidFill>
                <a:latin typeface="Aptos"/>
              </a:rPr>
              <a:t>Figure 1. QPS vs. recall plot for range filters on the MSTuring-10M dataset. Please refer to Section 4 for experimental details.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103120"/>
            <a:ext cx="33375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F3A4A"/>
                </a:solidFill>
                <a:latin typeface="Aptos"/>
              </a:rPr>
              <a:t>- Figure 1. QPS vs. recall plot for range filters on the MSTuring-10M dataset. Please refer to Section 4 for experimental details.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F3A4A"/>
                </a:solidFill>
                <a:latin typeface="Aptos"/>
              </a:rPr>
              <a:t>However, a significant challenge arises in the wide selectivity range between these two extremes. In this transition zone, the valid subset is too small for post-filtering to be 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  <a:br/>
            <a:r>
              <a:t>However, a significant challenge arises in the wide selectivity range between these two extremes. In this transition zone, the valid subset is too small for post-filtering to be 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02</a:t>
            </a:r>
            <a:br/>
            <a:r>
              <a:t>Abstract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  <a:br/>
            <a:r>
              <a:t>1.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