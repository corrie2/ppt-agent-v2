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framing why AI 销售赋能方案 matters to general business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销售赋能方案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general business audience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销售赋能方案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Context and objective</a:t>
            </a:r>
          </a:p>
          <a:p>
            <a:pPr/>
            <a:r>
              <a:t>Audience needs</a:t>
            </a:r>
          </a:p>
          <a:p>
            <a:pPr/>
            <a:r>
              <a:t>Definition of success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Primary recommendation</a:t>
            </a:r>
          </a:p>
          <a:p>
            <a:pPr/>
            <a:r>
              <a:t>Supporting evidence</a:t>
            </a:r>
          </a:p>
          <a:p>
            <a:pPr/>
            <a:r>
              <a:t>Tradeoffs and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Near-term actions</a:t>
            </a:r>
          </a:p>
          <a:p>
            <a:pPr/>
            <a:r>
              <a:t>Owners and milestones</a:t>
            </a:r>
          </a:p>
          <a:p>
            <a:pPr/>
            <a:r>
              <a:t>Risks to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Decision needed</a:t>
            </a:r>
          </a:p>
          <a:p>
            <a:pPr/>
            <a:r>
              <a:t>Follow-up work</a:t>
            </a:r>
          </a:p>
          <a:p>
            <a:pPr/>
            <a:r>
              <a:t>Success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